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A5BE64-F842-1D21-9D3D-00A460E3BF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0D175CF-61FB-F0B7-6BEC-135998A912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AC36C41-4F8D-4E89-368B-5D719A360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A1C24-D922-45CF-9853-12636E75722D}" type="datetimeFigureOut">
              <a:rPr lang="fr-FR" smtClean="0"/>
              <a:t>09/11/2025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124AFA4-A6AE-BC15-EDD6-AAA95BCB9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219CE7D-131A-C44A-B985-EC4921A62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9F84F-C77A-405D-8802-D6E6DFE4C2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5622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9067EA-60FE-355E-7B21-12D52540E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21DC114-98FA-22B4-2897-C5E68EA556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45702E9-ECAD-0B43-6E6D-76D4C1227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A1C24-D922-45CF-9853-12636E75722D}" type="datetimeFigureOut">
              <a:rPr lang="fr-FR" smtClean="0"/>
              <a:t>09/11/2025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2DE2089-5CA3-EA0B-BEA8-6D330642B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96585AB-432E-35C3-D8A1-50F07A3DF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9F84F-C77A-405D-8802-D6E6DFE4C2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2385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6F8482-7E91-085F-388B-14CF24891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C1E79DB-23FC-47E4-B5BD-195AFE3425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A308E64-80AD-BDC6-7D19-2B9CDD104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A1C24-D922-45CF-9853-12636E75722D}" type="datetimeFigureOut">
              <a:rPr lang="fr-FR" smtClean="0"/>
              <a:t>09/11/2025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3ABCAA0-BE91-83C5-A563-8A1166D2E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EB64F75-8327-9625-3553-103BE1734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9F84F-C77A-405D-8802-D6E6DFE4C2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5744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998D08-05C9-1369-3728-9DF60BB68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3D91438-C1F2-CD24-1EE5-9BDFA6A52C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7F34663-8852-6243-C06B-FBD58BC6B7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A4E6861-9E43-C667-BC9C-DA2EE1187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A1C24-D922-45CF-9853-12636E75722D}" type="datetimeFigureOut">
              <a:rPr lang="fr-FR" smtClean="0"/>
              <a:t>09/11/2025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9CF6474-2C96-D703-9F62-43E5DC04A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A611229-F529-D9FD-7E0F-07757520F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9F84F-C77A-405D-8802-D6E6DFE4C2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6333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DB854C-E01C-1596-1F30-AE6416C64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9494E60-E3DC-9168-5E95-536E5CBBC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9EE1D2B-FC1D-F997-67DC-1D7202891F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72DCAA1-5D51-933F-E864-0E5AE8E2B8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868CDBA-BBC3-652A-C5C3-439FCAB8BC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3B0EE0B-46E4-E578-2228-9EFBFCBBE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A1C24-D922-45CF-9853-12636E75722D}" type="datetimeFigureOut">
              <a:rPr lang="fr-FR" smtClean="0"/>
              <a:t>09/11/2025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25D75FB-55E3-BAB9-41B0-B3FBD50AE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3BDEDDF-56AC-39AA-6E90-958D0D7D8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9F84F-C77A-405D-8802-D6E6DFE4C2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0165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19F111-218C-0AEE-8370-C988E13A8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BF115B8-D1BA-C0C9-F07B-A997A1354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A1C24-D922-45CF-9853-12636E75722D}" type="datetimeFigureOut">
              <a:rPr lang="fr-FR" smtClean="0"/>
              <a:t>09/11/2025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3115E15-FCD7-0931-D411-B675BB8D6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BF3E28F-85D3-3974-E17B-EE58D2313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9F84F-C77A-405D-8802-D6E6DFE4C2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40005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A7CEF85-9D83-09BB-2615-4FFDD9F32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A1C24-D922-45CF-9853-12636E75722D}" type="datetimeFigureOut">
              <a:rPr lang="fr-FR" smtClean="0"/>
              <a:t>09/11/2025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24FEBBD-11CA-60C6-8906-A38DF3D15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25C9AAC-9C8D-521D-CC5F-B0C268524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9F84F-C77A-405D-8802-D6E6DFE4C2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2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BE43D76-3EFA-B5DF-0E81-808F29DE7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887953B-F38B-AED4-509F-53AE63499A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DF57FF4-C0DA-5A65-6BFC-0529B9A045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A583546-23E5-3FA0-5F70-A363FE246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A1C24-D922-45CF-9853-12636E75722D}" type="datetimeFigureOut">
              <a:rPr lang="fr-FR" smtClean="0"/>
              <a:t>09/11/2025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CFD0D43-F707-811A-5E72-4ADB9FAA2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0733FE6-C643-6D32-3454-8CBBDCF20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9F84F-C77A-405D-8802-D6E6DFE4C2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05081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3C8C4F-5347-DADB-7816-433F0A128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D2659B5A-04FC-8913-1626-F085DECECB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C6ACC26-74D8-C616-4B2A-B82E391227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057C4AC-AC7A-BB28-2FAE-3283CD247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A1C24-D922-45CF-9853-12636E75722D}" type="datetimeFigureOut">
              <a:rPr lang="fr-FR" smtClean="0"/>
              <a:t>09/11/2025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92228E1-395A-3580-971B-4669A42DB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6231D51-0C67-6F0C-3278-961789215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9F84F-C77A-405D-8802-D6E6DFE4C2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356571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4B568B-D6D3-7028-E8F6-5BADBD809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6E868B5-204E-51EB-109E-A2201B7B78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0D8F046-16A4-5DAF-4F49-29388D0E3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A1C24-D922-45CF-9853-12636E75722D}" type="datetimeFigureOut">
              <a:rPr lang="fr-FR" smtClean="0"/>
              <a:t>09/11/2025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C3A7ADA-D639-6574-A16B-92339759A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2300E65-51B5-9076-831C-EABAC0B17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9F84F-C77A-405D-8802-D6E6DFE4C2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4601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407E4F4E-E965-8762-72A5-8BAA7B92F9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1B44778-AA18-F2FD-6B74-1386FF0ABB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943BD99-BF7E-9413-17F3-A8D114D84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A1C24-D922-45CF-9853-12636E75722D}" type="datetimeFigureOut">
              <a:rPr lang="fr-FR" smtClean="0"/>
              <a:t>09/11/2025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2CA8DBC-E02C-AB5D-AAF8-11AFF1939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1E49F6E-71EF-19E0-BC1C-763400EA0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9F84F-C77A-405D-8802-D6E6DFE4C2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2567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404580B-019A-36C3-37D0-25A6FE487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781C13D-2A82-2720-3FD7-55C2625065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C02A708-0125-E237-36BB-B2443E6C6D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4A1C24-D922-45CF-9853-12636E75722D}" type="datetimeFigureOut">
              <a:rPr lang="fr-FR" smtClean="0"/>
              <a:t>09/11/2025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7E3B53B-5695-E626-928F-AC4126EB49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D20F155-9995-38CA-A871-5BFB8311C4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9F84F-C77A-405D-8802-D6E6DFE4C2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8815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F5EE09-EF73-AA41-A466-39E0C19975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err="1"/>
              <a:t>ProjectSpaceTD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CE75575-FACF-7AF1-5AFA-2BB2830BD8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5785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ZoneTexte 11">
            <a:extLst>
              <a:ext uri="{FF2B5EF4-FFF2-40B4-BE49-F238E27FC236}">
                <a16:creationId xmlns:a16="http://schemas.microsoft.com/office/drawing/2014/main" id="{B25D5B4A-C9D8-5A8F-1257-BE85D316AE99}"/>
              </a:ext>
            </a:extLst>
          </p:cNvPr>
          <p:cNvSpPr txBox="1"/>
          <p:nvPr/>
        </p:nvSpPr>
        <p:spPr>
          <a:xfrm>
            <a:off x="421419" y="222637"/>
            <a:ext cx="10129962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	- Une Source d’énergie est au milieu de la carte et génère une quantité d’énergie qui pourra augmenté en fonction du nombre d’ennemie tué ?</a:t>
            </a:r>
          </a:p>
          <a:p>
            <a:r>
              <a:rPr lang="fr-FR" dirty="0"/>
              <a:t>	- Pour être utilisé cette Energie doit être utilisé pour créer des diffuser d’énergie afin d’y mettre autour des mécanismes de défense</a:t>
            </a:r>
          </a:p>
          <a:p>
            <a:r>
              <a:rPr lang="fr-FR" dirty="0"/>
              <a:t>	- Le joueur pourra aussi utiliser cette Energie pour pouvoir attaquer les ennemies (surtout utile en début de partie et suivant les bonus que le joueur voudra récupéré et se spécialisé) </a:t>
            </a:r>
          </a:p>
          <a:p>
            <a:r>
              <a:rPr lang="fr-FR" dirty="0"/>
              <a:t>	- La Caméra sera fixée sur le joueur afin de données un espace de jeu et de découvrir d’où viennent la vague d’ennemie</a:t>
            </a:r>
          </a:p>
          <a:p>
            <a:r>
              <a:rPr lang="fr-FR" dirty="0"/>
              <a:t>	- Les vagues d’ennemie apparaitront depuis un cargo qui se stationnera avant de déployer des vaisseaux ou d’autre entité ennemie</a:t>
            </a:r>
          </a:p>
          <a:p>
            <a:r>
              <a:rPr lang="fr-FR" dirty="0"/>
              <a:t>	- Les ennemies attaqueront les diffuseurs en ligne droite afin d’atteindre la source il faudra donc protéger tous les fronts pour pouvoir </a:t>
            </a:r>
          </a:p>
          <a:p>
            <a:r>
              <a:rPr lang="fr-FR" dirty="0"/>
              <a:t>	- Un mécanisme permettra de détecté d’où vienne les ennemie (une sorte de caméra avec un angle qui pourra être posé sur à proximité d’un diffuser</a:t>
            </a:r>
          </a:p>
          <a:p>
            <a:r>
              <a:rPr lang="fr-FR" dirty="0"/>
              <a:t>	- Pour évoluer le joueur aura aussi accès à des bonus que la source lui fournira (un bonus permanent pour la partie en cours permettant de faire une sorte de </a:t>
            </a:r>
            <a:r>
              <a:rPr lang="fr-FR" dirty="0" err="1"/>
              <a:t>build</a:t>
            </a:r>
            <a:r>
              <a:rPr lang="fr-FR" dirty="0"/>
              <a:t> (rogue like ?) )</a:t>
            </a:r>
          </a:p>
          <a:p>
            <a:r>
              <a:rPr lang="fr-FR" dirty="0"/>
              <a:t>	- Plusieurs type de gameplay sera possible : </a:t>
            </a:r>
          </a:p>
          <a:p>
            <a:r>
              <a:rPr lang="fr-FR" dirty="0"/>
              <a:t>		- Solo (le joueur pourra faire les vagues en solo suivant les bonus reçus)</a:t>
            </a:r>
          </a:p>
          <a:p>
            <a:r>
              <a:rPr lang="fr-FR" dirty="0"/>
              <a:t>		- </a:t>
            </a:r>
            <a:r>
              <a:rPr lang="fr-FR" dirty="0" err="1"/>
              <a:t>Nebula</a:t>
            </a:r>
            <a:r>
              <a:rPr lang="fr-FR" dirty="0"/>
              <a:t> (Création de nébuleuse </a:t>
            </a:r>
            <a:r>
              <a:rPr lang="fr-FR" dirty="0" err="1"/>
              <a:t>d’energie</a:t>
            </a:r>
            <a:r>
              <a:rPr lang="fr-FR" dirty="0"/>
              <a:t> de la source faisant du dote)</a:t>
            </a:r>
          </a:p>
          <a:p>
            <a:r>
              <a:rPr lang="fr-FR" dirty="0"/>
              <a:t>		- Général (Génération de petit vaisseaux qui </a:t>
            </a:r>
            <a:r>
              <a:rPr lang="fr-FR" dirty="0" err="1"/>
              <a:t>defendra</a:t>
            </a:r>
            <a:r>
              <a:rPr lang="fr-FR" dirty="0"/>
              <a:t> la source)</a:t>
            </a:r>
          </a:p>
          <a:p>
            <a:r>
              <a:rPr lang="fr-FR" dirty="0"/>
              <a:t>		- </a:t>
            </a:r>
            <a:r>
              <a:rPr lang="fr-FR" dirty="0" err="1"/>
              <a:t>Mecanisme</a:t>
            </a:r>
            <a:r>
              <a:rPr lang="fr-FR" dirty="0"/>
              <a:t> (Version classique d’un TL des tourelle et d’autre mécanisme originaux)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7277138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291</Words>
  <Application>Microsoft Office PowerPoint</Application>
  <PresentationFormat>Grand écran</PresentationFormat>
  <Paragraphs>14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Thème Office</vt:lpstr>
      <vt:lpstr>ProjectSpaceTD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matthieu joulain</dc:creator>
  <cp:lastModifiedBy>matthieu joulain</cp:lastModifiedBy>
  <cp:revision>2</cp:revision>
  <dcterms:created xsi:type="dcterms:W3CDTF">2025-11-08T23:42:26Z</dcterms:created>
  <dcterms:modified xsi:type="dcterms:W3CDTF">2025-11-08T23:43:24Z</dcterms:modified>
</cp:coreProperties>
</file>